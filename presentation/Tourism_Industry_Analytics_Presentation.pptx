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 INDUSTRY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Trends, Seasonal Demand, Economic Impact, and Travel Pattern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•  500 Records  •  20 Countries  •  2020 – 2024</a:t>
            </a:r>
            <a:endParaRPr 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B4C31-E400-4797-91C0-3A9492076DAB}"/>
              </a:ext>
            </a:extLst>
          </p:cNvPr>
          <p:cNvSpPr txBox="1"/>
          <p:nvPr/>
        </p:nvSpPr>
        <p:spPr>
          <a:xfrm>
            <a:off x="1828800" y="4499848"/>
            <a:ext cx="207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BY :MOMIN BUTT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766560" cy="4389120"/>
          </a:xfrm>
          <a:prstGeom prst="roundRect">
            <a:avLst>
              <a:gd name="adj" fmla="val 1667"/>
            </a:avLst>
          </a:prstGeom>
          <a:solidFill>
            <a:srgbClr val="EAF4F8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tourism industry plays a major role in economic growth and employment generation worldwide. However, tourism businesses often struggle to understand visitor behavior, seasonal demand fluctuations, spending trends, and destination performance.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tourism and hospitality data to identify meaningful patterns in tourist arrivals, hotel occupancy, tourism revenue, customer behavior, and travel trends — helping organizations improve business strategies, customer satisfaction, and revenue generation.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371600"/>
            <a:ext cx="4023360" cy="4389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7373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records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955280" y="3108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56</a:t>
            </a:r>
            <a:endParaRPr lang="en-US" sz="4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countries / cities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44805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2020–24</a:t>
            </a:r>
            <a:endParaRPr lang="en-US" sz="4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covered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visitor trends across destinations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17556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16002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seasonal tourism demand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990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34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tourist spending behavior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974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990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2834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hotel occupancy and ratings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0690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tourism revenue patterns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40690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economic impact of tourism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458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53035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analytics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Tourism_Hospitality_Industry_Analysis.csv — 500 records × 23 columns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City, Year, Month, Number of Tourists, Purpose of Visit, Average Length of Stay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&amp; Spending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Spending, Hotel Occupancy Rate, Number of Hotels, Hotel Rating, Average Room Price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3774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Revenue, Employment in Tourism, Contribution to GDP 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Flights, Airport Passenger Traffic, Transport Infrastructure Quality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977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Eco-Tourism Revenue, Carbon Footprint, Waste Management Rating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977640"/>
            <a:ext cx="3566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Satisfaction Score, Number of Online Reviews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31920" y="15087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found across all 500 records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2606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03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Fix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blank Country value (city: Dubai) corrected to United Arab Emirates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E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00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4800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Season from Month; Revenue_Per_Tourist = Revenue / Tourists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Countries by Tourists</a:t>
            </a:r>
            <a:endParaRPr lang="en-US" sz="3000" dirty="0"/>
          </a:p>
        </p:txBody>
      </p:sp>
      <p:pic>
        <p:nvPicPr>
          <p:cNvPr id="3" name="Image 0" descr="/home/claude/Tourism-Industry-Analytics/visuals/01_top_countries_touris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737360"/>
            <a:ext cx="3794760" cy="347472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2440" y="2377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leads by total tourist volume — a signal for where to prioritize infrastructure investment.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Tourism Trend</a:t>
            </a:r>
            <a:endParaRPr lang="en-US" sz="3000" dirty="0"/>
          </a:p>
        </p:txBody>
      </p:sp>
      <p:pic>
        <p:nvPicPr>
          <p:cNvPr id="3" name="Image 0" descr="/home/claude/Tourism-Industry-Analytics/visuals/02_monthly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737360"/>
            <a:ext cx="3794760" cy="347472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2440" y="2377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peak demand; August is weakest — a clear seasonal cycle for staffing and capacity planning.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3000" dirty="0"/>
          </a:p>
        </p:txBody>
      </p:sp>
      <p:pic>
        <p:nvPicPr>
          <p:cNvPr id="3" name="Image 0" descr="/home/claude/Tourism-Industry-Analytics/visuals/06_correlation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737360"/>
            <a:ext cx="3794760" cy="347472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2440" y="2377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correlates most with tourist spending and eco-tourism revenue (~0.78) — not with flight capacity.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Rating vs Revenue</a:t>
            </a:r>
            <a:endParaRPr lang="en-US" sz="3000" dirty="0"/>
          </a:p>
        </p:txBody>
      </p:sp>
      <p:pic>
        <p:nvPicPr>
          <p:cNvPr id="3" name="Image 0" descr="/home/claude/Tourism-Industry-Analytics/visuals/05_rating_vs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737360"/>
            <a:ext cx="3794760" cy="347472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2440" y="2377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hotels post the highest average revenue; unrated properties the lowest.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Tourism Revenue</a:t>
            </a:r>
            <a:endParaRPr lang="en-US" sz="3000" dirty="0"/>
          </a:p>
        </p:txBody>
      </p:sp>
      <p:pic>
        <p:nvPicPr>
          <p:cNvPr id="3" name="Image 0" descr="/home/claude/Tourism-Industry-Analytics/visuals/08_seasonal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69494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8120" y="1737360"/>
            <a:ext cx="3794760" cy="347472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1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2440" y="2377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and Autumn generate the highest average revenue, ahead of Summer and Winter.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EAF4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draws the largest tourist volume and leads eco-tourism revenue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0" y="146304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EAF4F8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600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quality drives revenue: 5-star properties earn the most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EAF4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is peak season; August is the weakest month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301752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154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tracks spending and eco-tourism revenue, not flight capacity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employment stayed stable (~26–27.5K jobs) through 2020–2024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4667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Higher-revenue destinations show a larger carbon footprint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marketing &amp; promotional pricing in the August low season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unrated / 1-star hotel stock to lift destination revenue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455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0540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eco-tourism investment in high-traffic markets like China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8953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transport upgrades in lowest-scoring cities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8280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7365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high-spending segments (e.g., business travel) directly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577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offset carbon footprint growth in top-revenue destinations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Analytics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EAF4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Streamlit + Plotly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filters by Country, Year, and Season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tourists, total revenue, avg. occupancy, avg. satisfaction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country, monthly trend, purpose of visit, seasonal revenue charts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rating vs revenue and GDP contribution by country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filtered data table for drill-down analysis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records across 20 countries limits statistical power for country-level subgroup analysis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≠ Causation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identified are linear (Pearson) and descriptive, not causal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Cross-Sectional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span 2020–2024 but are not a true longitudinal panel per destination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3949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required manual correction (blank Country field) during cleaning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Industry Analytics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shows that tourism revenue is driven primarily by tourist spending and eco-tourism performance, not by transport capacity alone. Seasonal patterns are strong and predictable, hotel quality is directly tied to revenue outcomes, and sustainability trade-offs are emerging in the highest-earning destinations.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accompanying dashboard gives tourism organizations a live, filterable view of these dynamics to support faster, better-informed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826</Words>
  <Application>Microsoft Office PowerPoint</Application>
  <PresentationFormat>Widescreen</PresentationFormat>
  <Paragraphs>136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Industry Analytics</dc:title>
  <dc:subject>PptxGenJS Presentation</dc:subject>
  <dc:creator>Tourism Industry Analytics</dc:creator>
  <cp:lastModifiedBy>Moman Butt</cp:lastModifiedBy>
  <cp:revision>2</cp:revision>
  <dcterms:created xsi:type="dcterms:W3CDTF">2026-07-02T20:30:53Z</dcterms:created>
  <dcterms:modified xsi:type="dcterms:W3CDTF">2026-07-02T06:20:51Z</dcterms:modified>
</cp:coreProperties>
</file>